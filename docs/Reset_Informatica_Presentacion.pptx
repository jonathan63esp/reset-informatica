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0"/>
            <a:ext cx="8979408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Reset Informática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online de componentes · Configurador de PC · Servicio de montaje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9050">
            <a:solidFill>
              <a:srgbClr val="1F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Jonatan Cárdenas Gómez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C.F.G.S. Desarrollo de Aplicaciones Web · I.E.S. La Marisma, Huelva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41732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4572000"/>
            <a:ext cx="141732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02736" y="4572000"/>
            <a:ext cx="141732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02736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75504" y="4572000"/>
            <a:ext cx="141732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75504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48272" y="4572000"/>
            <a:ext cx="141732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8272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y contexto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proyecto?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5232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Reset Informática?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65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estructura y base de datos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6596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65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85232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configurador y montaje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26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del negocio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26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pedido y factura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carrito al PDF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88620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886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objetivos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anteproyecto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86200"/>
            <a:ext cx="45720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86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85232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dificultades y ampliaciones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Motivación y contexto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tiendas online de componentes no guían al usuario en la selección de componentes compatibles.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inexperto puede comprar componentes incompatibles, lo que supone una pérdida económica y de tiempo.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tienda ofrece un servicio de montaje integrado en el proceso de compra online.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Informática: una tienda que guía al usuario paso a paso en la configuración de su PC.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compatibilidades en tiempo real entre CPU, placa base y RAM.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montaje profesional integrado en el proceso de compra, con precio configurable desde el panel admin.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Descripción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Catálogo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categorías de componentes con atributos técnicos, buscador y filtros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Configurador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4447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9 pasos con validación de compatibilidad en tiempo real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Montaje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447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profesional configurable desde el panel de administración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Carrito y pedidos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6499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compra completo con factura PDF descargable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Perfil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36499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pedidos, cambio de contraseña y estadísticas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4320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Panel Admin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36499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métricas, gestión de productos, pedidos y usuarios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Arquitectura técnica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+ PHP 8.2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657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CSS + JS vanilla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3657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Node.js 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barryvdh/laravel-dompdf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3657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routes/web.php — 30+ rutas organizadas por módulo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874520"/>
            <a:ext cx="4023360" cy="41148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controladores (Auth, Carrito, Pedido, Admin...)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0233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CompatibilidadService — lógica de negocio desacoplada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02336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modelos Eloquent con relaciones y accessors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40233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383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vistas Blade organizadas por módulo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023360" cy="4114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— migraciones versionadas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Base de datos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· Migraciones Laravel · ORM Eloquent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password, is_admin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9844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9844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slug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9844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642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categoria_id, nombre, precio, stock, imagen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8716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atributos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48716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48716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atributo_valores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852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producto_id, atributo_id, valor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48716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48716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carrito_items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852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producto_id, cantidad, configuracion_id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7588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numero, estado, total, datos envío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67588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67588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pedido_items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pedido_id, producto_id, cantidad, precio_unitario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67588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675888"/>
            <a:ext cx="2743200" cy="3200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configuraciones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clave, valor, descripcion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Configurador de PC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diferenciador del proyecto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AM4 / AM5 / LGA1700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920240"/>
            <a:ext cx="10972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325880"/>
            <a:ext cx="1920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25880"/>
            <a:ext cx="192024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1-8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Placa → RAM → GPU...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1920240"/>
            <a:ext cx="10972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325880"/>
            <a:ext cx="1920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325880"/>
            <a:ext cx="192024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/ Sin servicio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1920240"/>
            <a:ext cx="10972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1325880"/>
            <a:ext cx="19202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al carrito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compatibilidad implementadas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CPU ↔ Placa base: el Socket debe coincidir (AM4, AM5, LGA1700)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Plataforma ↔ RAM: DDR4 para AM4/LGA1200, DDR5 para AM5, ambas para LGA1700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iGPU: opción 'Gráficos integrados' solo disponible si el procesador los incluye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Disipador de caja: opción gratuita disponible en el paso de refrigeración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Servicio de montaje profesional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montaje — 0 €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recibe los componentes por separado.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usuarios con experiencia en montaje de PCs.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se añaden al carrito individualmente con un UUID compartido que los agrupa.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montaje — 50 € *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técnico monta y prueba el PC antes del envío.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se implementa como un producto real del catálogo (categoría Servicios, ID 71).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es configurable desde el panel de administración sin modificar código.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Precio configurable desde el panel admin → Configuraciones del sistema → precio_montaje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Panel de administración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tiempo real: pedidos, ingresos, usuarios. Gráfico de ventas de los últimos 7 días. Top 5 productos más vendidos.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Productos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con imagen, atributos técnicos y stock. Búsqueda y filtro por categoría.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Categorías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eliminar categorías. Slug auto-generado. Protección contra borrado con productos asociados.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Pedidos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los pedidos con filtro por estado. Ver detalle completo. Cambiar estado del ciclo de vida del pedido.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Usuarios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usuarios con filtros. Cambiar rol (usuario ↔ admin). Eliminar usuarios con protección de cuenta propia.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Configuraciones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parámetros del sistema: precio_montaje, montaje_activo, email_contacto, teléfono, envío gratis.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Proceso de pedido y factura PDF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4572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Carrito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individuales o configuración completa. Actualización de precio en tiempo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743200"/>
            <a:ext cx="91440" cy="0"/>
          </a:xfrm>
          <a:prstGeom prst="line">
            <a:avLst/>
          </a:prstGeom>
          <a:noFill/>
          <a:ln w="25400">
            <a:solidFill>
              <a:srgbClr val="1F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96012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60120"/>
            <a:ext cx="1965960" cy="4572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960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datos de envío con validación. Nombre, dirección, teléfono, notas.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743200"/>
            <a:ext cx="91440" cy="0"/>
          </a:xfrm>
          <a:prstGeom prst="line">
            <a:avLst/>
          </a:prstGeom>
          <a:noFill/>
          <a:ln w="25400">
            <a:solidFill>
              <a:srgbClr val="1F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6012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60120"/>
            <a:ext cx="1965960" cy="4572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60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Confirmación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RI-AAAA-NNNN generado automáticamente. Carrito vaciado. Estado: pendiente.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91440" cy="0"/>
          </a:xfrm>
          <a:prstGeom prst="line">
            <a:avLst/>
          </a:prstGeom>
          <a:noFill/>
          <a:ln w="25400">
            <a:solidFill>
              <a:srgbClr val="1F3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96012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960120"/>
            <a:ext cx="1965960" cy="4572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960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Factura PDF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150876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con DomPDF. Incluye productos, datos de envío y total. Descargable desde el historial.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del pedido: ⏳ Pendiente → ✓ Confirmado → 🚚 Enviado → ✅ Entregado  |  Cancelado en cualquier momento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Cumplimiento de objetivos del anteproyecto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accesible y responsive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0332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 con media queries. Navbar siempre visible con buscador central. Navegación intuitiva con dropdown de categorías, configurador wizard y breadcrumbs.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básica en acceso y transacciones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359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Cumplido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con bcrypt. Protección CSRF en todos los formularios. Middleware de autenticación y autorización por roles. Validación de datos en todos los controladores.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85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modernos de usabilidad y rendimiento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D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Cumplido parcialmente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consistente con sistema de variables CSS. Feedback visual con mensajes flash. Eager loading para evitar N+1. Compilación con Vite. Mejora futura: atributos ARIA y contraste en interfaz oscura.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Conclusiones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completa y funcional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Configurador con validación de compatibilidades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montaje configurable desde admin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PDF con barryvdh/laravel-dompdf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completo con dashboard y métricas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documentado con PHPDoc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Posibles ampliaciones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173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pasarela de pago real (Stripe)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email al cambiar estado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valoraciones y reseñas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con PHPUnit/Dusk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para aplicación móvil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producción con SSL y Redis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configurador de compatibilidades y el servicio de montaje han sido los aspectos técnicamente más desafiantes y también los más satisfactorios de este proyecto."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 por su atención!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9050">
            <a:solidFill>
              <a:srgbClr val="1F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Jonatan Cárdenas Gómez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C.F.G.S. Desarrollo de Aplicaciones Web · I.E.S. La Marisma, Huelva · Marzo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50876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89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4389120"/>
            <a:ext cx="150876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4389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4389120"/>
            <a:ext cx="150876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4389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9824" y="4389120"/>
            <a:ext cx="150876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4389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Vite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4032" y="4389120"/>
            <a:ext cx="1508760" cy="347472"/>
          </a:xfrm>
          <a:prstGeom prst="rect">
            <a:avLst/>
          </a:prstGeom>
          <a:solidFill>
            <a:srgbClr val="1F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4389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Reset Informática — Presentación del Proyecto</dc:title>
  <dc:subject>PptxGenJS Presentation</dc:subject>
  <dc:creator>Jonatan Cárdenas Gómez</dc:creator>
  <cp:lastModifiedBy>Jonatan Cárdenas Gómez</cp:lastModifiedBy>
  <cp:revision>1</cp:revision>
  <dcterms:created xsi:type="dcterms:W3CDTF">2026-03-22T15:44:33Z</dcterms:created>
  <dcterms:modified xsi:type="dcterms:W3CDTF">2026-03-22T15:44:33Z</dcterms:modified>
</cp:coreProperties>
</file>